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6405"/>
  </p:normalViewPr>
  <p:slideViewPr>
    <p:cSldViewPr snapToGrid="0">
      <p:cViewPr varScale="1">
        <p:scale>
          <a:sx n="112" d="100"/>
          <a:sy n="11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5374-31F5-56C2-CE09-FA48EE9C19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Coral Reefs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3183F-84BA-DF4B-D71F-7FE260160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Species Richness variation with Differentiating Latitudes</a:t>
            </a:r>
          </a:p>
          <a:p>
            <a:endParaRPr lang="en-US" dirty="0"/>
          </a:p>
          <a:p>
            <a:r>
              <a:rPr lang="en-US" dirty="0"/>
              <a:t>By Cesar Lopez</a:t>
            </a:r>
          </a:p>
        </p:txBody>
      </p:sp>
    </p:spTree>
    <p:extLst>
      <p:ext uri="{BB962C8B-B14F-4D97-AF65-F5344CB8AC3E}">
        <p14:creationId xmlns:p14="http://schemas.microsoft.com/office/powerpoint/2010/main" val="150750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F7D9-0409-6C65-5319-C22222A3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Introduction/Background TO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41255-FBF0-C21F-7AF7-6B5B9B452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Benthic surveys were conducted for different species</a:t>
            </a:r>
          </a:p>
          <a:p>
            <a:r>
              <a:rPr lang="en-US" dirty="0"/>
              <a:t>This also included corals and other organisms</a:t>
            </a:r>
          </a:p>
          <a:p>
            <a:r>
              <a:rPr lang="en-US" dirty="0"/>
              <a:t>National Coral Reef Monitoring Program (NCRMP)</a:t>
            </a:r>
          </a:p>
        </p:txBody>
      </p:sp>
    </p:spTree>
    <p:extLst>
      <p:ext uri="{BB962C8B-B14F-4D97-AF65-F5344CB8AC3E}">
        <p14:creationId xmlns:p14="http://schemas.microsoft.com/office/powerpoint/2010/main" val="4262855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0A3C-998E-872B-1245-F0FF859D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Asked &amp; Why It’s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1D9C-7127-D691-7E3F-CE5CE6E87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species variation differ with changing latitudes</a:t>
            </a:r>
          </a:p>
          <a:p>
            <a:r>
              <a:rPr lang="en-US" dirty="0"/>
              <a:t>Important to know because:</a:t>
            </a:r>
          </a:p>
          <a:p>
            <a:pPr marL="0" indent="0">
              <a:buNone/>
            </a:pPr>
            <a:r>
              <a:rPr lang="en-US" dirty="0"/>
              <a:t>        -It can help us better understand richness</a:t>
            </a:r>
            <a:br>
              <a:rPr lang="en-US" dirty="0"/>
            </a:br>
            <a:r>
              <a:rPr lang="en-US" dirty="0"/>
              <a:t>        -It can relate species richness to latitudes</a:t>
            </a:r>
          </a:p>
        </p:txBody>
      </p:sp>
    </p:spTree>
    <p:extLst>
      <p:ext uri="{BB962C8B-B14F-4D97-AF65-F5344CB8AC3E}">
        <p14:creationId xmlns:p14="http://schemas.microsoft.com/office/powerpoint/2010/main" val="232508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BF9A-C983-4429-4B58-578E8B24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41A93-82AA-43DA-CCC3-EFC0E3F77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was found and imported to R</a:t>
            </a:r>
          </a:p>
          <a:p>
            <a:r>
              <a:rPr lang="en-US" dirty="0"/>
              <a:t>Data was fitted to Generalized Linear Models (GLMs)</a:t>
            </a:r>
          </a:p>
          <a:p>
            <a:r>
              <a:rPr lang="en-US" dirty="0"/>
              <a:t>Model used was determined through AIC comparison</a:t>
            </a:r>
          </a:p>
          <a:p>
            <a:r>
              <a:rPr lang="en-US" dirty="0"/>
              <a:t>Plot was charted in R with ggplot2</a:t>
            </a:r>
          </a:p>
          <a:p>
            <a:r>
              <a:rPr lang="en-US" dirty="0"/>
              <a:t>Both GLM and no GLM used for plot</a:t>
            </a:r>
          </a:p>
        </p:txBody>
      </p:sp>
    </p:spTree>
    <p:extLst>
      <p:ext uri="{BB962C8B-B14F-4D97-AF65-F5344CB8AC3E}">
        <p14:creationId xmlns:p14="http://schemas.microsoft.com/office/powerpoint/2010/main" val="310434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6BEF-355C-92F8-1773-0665D1837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FA8A3-2C61-FCA4-5F36-2ECE54E95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5869912"/>
            <a:ext cx="8494077" cy="7391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Fig. 1. The following plot was fitted without using the GLM. Shows a downward trend for richness in correlation to diversity.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44A71-675B-CA6E-CF87-8D4A12FE5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736794"/>
            <a:ext cx="6828631" cy="413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3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B682-0B1D-AA07-3B15-B1B0D7E1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98D0-2491-FD72-5B61-A78223908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" y="5866895"/>
            <a:ext cx="10094277" cy="7451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Fig. 2. The following graph is one fitted using the Negative Binomial GLM. The result is the same as the one without the model being fitted.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45127-F552-084C-CEDF-7F83699E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599422"/>
            <a:ext cx="7063740" cy="426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1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ED97C-4B54-3DC3-6C6B-5B7B745E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Resources/References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C04D-EBE0-AC35-7B49-31631144E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NOAA National Centers for Coastal Ocean Science (NCCOS); Southeast Fisheries Science Center (SEFSC); University of Miami Rosenstiel School of Marine and Atmospheric Science (UM-RSMAS); Nova Southeastern University (NSU); Florida Fish and Wildlife Conservation Commission (FWC); Florida Department of Environmental Protection (FDEP); National Park Service (NPS); Florida Keys National Marine Sanctuary (FKNMS); Broward and Miami-Dade counties (2018). National Coral Reef Monitoring Program: Assessment of coral communities in the Florida Keys Reef Tract from 2016-05-01 to 2016-12-15 (NCEI Accession 0169401). https://</a:t>
            </a:r>
            <a:r>
              <a:rPr lang="en-US" dirty="0" err="1"/>
              <a:t>www.ncei.noaa.gov</a:t>
            </a:r>
            <a:r>
              <a:rPr lang="en-US" dirty="0"/>
              <a:t>/archive/accession/0169401. In NOAA Southeast Fisheries Science Center; NOAA National Centers for Coastal Ocean Science. National Coral Reef Monitoring Program: Assessment of coral reef benthic communities in the Florida Reef Tract. [indicate subset used]. NOAA National Centers for Environmental Information. Dataset. https://</a:t>
            </a:r>
            <a:r>
              <a:rPr lang="en-US" dirty="0" err="1"/>
              <a:t>doi.org</a:t>
            </a:r>
            <a:r>
              <a:rPr lang="en-US" dirty="0"/>
              <a:t>/10.7289/v5xw4h4z. </a:t>
            </a:r>
            <a:r>
              <a:rPr lang="en-US"/>
              <a:t>Accessed December 9th,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774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47</TotalTime>
  <Words>354</Words>
  <Application>Microsoft Macintosh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Coral Reefs</vt:lpstr>
      <vt:lpstr> Introduction/Background TO Research</vt:lpstr>
      <vt:lpstr>Question Asked &amp; Why It’s Important</vt:lpstr>
      <vt:lpstr>Methods</vt:lpstr>
      <vt:lpstr>Results</vt:lpstr>
      <vt:lpstr>Results</vt:lpstr>
      <vt:lpstr>Resources/References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Coral Reefs</dc:title>
  <dc:creator>MicrosoftOfficeUser</dc:creator>
  <cp:lastModifiedBy>MicrosoftOfficeUser</cp:lastModifiedBy>
  <cp:revision>1</cp:revision>
  <dcterms:created xsi:type="dcterms:W3CDTF">2025-12-09T07:01:46Z</dcterms:created>
  <dcterms:modified xsi:type="dcterms:W3CDTF">2025-12-09T07:48:52Z</dcterms:modified>
</cp:coreProperties>
</file>